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2" r:id="rId4"/>
    <p:sldMasterId id="2147483683" r:id="rId5"/>
    <p:sldMasterId id="214748368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 rot="5400000">
            <a:off x="4800600" y="2133600"/>
            <a:ext cx="61722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 rot="5400000">
            <a:off x="304800" y="0"/>
            <a:ext cx="6172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 rot="5400000">
            <a:off x="1828800" y="-838200"/>
            <a:ext cx="54864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mic Sans M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Comic Sans M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»"/>
              <a:defRPr sz="20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mic Sans M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Comic Sans M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Comic Sans MS"/>
              <a:buNone/>
              <a:defRPr sz="9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Char char="»"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62" name="Google Shape;62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b="1" sz="1600"/>
            </a:lvl9pPr>
          </a:lstStyle>
          <a:p/>
        </p:txBody>
      </p:sp>
      <p:sp>
        <p:nvSpPr>
          <p:cNvPr id="63" name="Google Shape;63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Char char="»"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152400" y="838200"/>
            <a:ext cx="4343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Char char="»"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1"/>
          <p:cNvSpPr txBox="1"/>
          <p:nvPr>
            <p:ph idx="2" type="body"/>
          </p:nvPr>
        </p:nvSpPr>
        <p:spPr>
          <a:xfrm>
            <a:off x="4648200" y="838200"/>
            <a:ext cx="4343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Char char="»"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mic Sans MS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mic Sans MS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mic Sans MS"/>
              <a:buNone/>
              <a:defRPr sz="1400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 rot="5400000">
            <a:off x="4979858" y="2038212"/>
            <a:ext cx="5544766" cy="21211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 rot="5400000">
            <a:off x="667777" y="-14508"/>
            <a:ext cx="5544766" cy="622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-163512" y="6203950"/>
            <a:ext cx="11398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14"/>
          <p:cNvSpPr txBox="1"/>
          <p:nvPr>
            <p:ph idx="11" type="ftr"/>
          </p:nvPr>
        </p:nvSpPr>
        <p:spPr>
          <a:xfrm>
            <a:off x="815975" y="6203950"/>
            <a:ext cx="587375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0" type="dt"/>
          </p:nvPr>
        </p:nvSpPr>
        <p:spPr>
          <a:xfrm>
            <a:off x="6858000" y="6203950"/>
            <a:ext cx="2117725" cy="46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27025" y="327025"/>
            <a:ext cx="8485187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 rot="5400000">
            <a:off x="2369343" y="-410368"/>
            <a:ext cx="4238625" cy="832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-163512" y="6203950"/>
            <a:ext cx="11398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5"/>
          <p:cNvSpPr txBox="1"/>
          <p:nvPr>
            <p:ph idx="11" type="ftr"/>
          </p:nvPr>
        </p:nvSpPr>
        <p:spPr>
          <a:xfrm>
            <a:off x="815975" y="6203950"/>
            <a:ext cx="587375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0" type="dt"/>
          </p:nvPr>
        </p:nvSpPr>
        <p:spPr>
          <a:xfrm>
            <a:off x="6858000" y="6203950"/>
            <a:ext cx="2117725" cy="46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1792801" y="4799832"/>
            <a:ext cx="5486400" cy="5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/>
          <p:nvPr>
            <p:ph idx="2" type="pic"/>
          </p:nvPr>
        </p:nvSpPr>
        <p:spPr>
          <a:xfrm>
            <a:off x="1792801" y="612459"/>
            <a:ext cx="5486400" cy="4114415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1792801" y="5368133"/>
            <a:ext cx="5486400" cy="804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-163512" y="6203950"/>
            <a:ext cx="11398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6"/>
          <p:cNvSpPr txBox="1"/>
          <p:nvPr>
            <p:ph idx="11" type="ftr"/>
          </p:nvPr>
        </p:nvSpPr>
        <p:spPr>
          <a:xfrm>
            <a:off x="815975" y="6203950"/>
            <a:ext cx="587375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6"/>
          <p:cNvSpPr txBox="1"/>
          <p:nvPr>
            <p:ph idx="10" type="dt"/>
          </p:nvPr>
        </p:nvSpPr>
        <p:spPr>
          <a:xfrm>
            <a:off x="6858000" y="6203950"/>
            <a:ext cx="2117725" cy="46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457920" y="272630"/>
            <a:ext cx="3008160" cy="1161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575521" y="272630"/>
            <a:ext cx="5112000" cy="5853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14" name="Google Shape;114;p17"/>
          <p:cNvSpPr txBox="1"/>
          <p:nvPr>
            <p:ph idx="2" type="body"/>
          </p:nvPr>
        </p:nvSpPr>
        <p:spPr>
          <a:xfrm>
            <a:off x="457920" y="1434190"/>
            <a:ext cx="3008160" cy="4692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-163512" y="6203950"/>
            <a:ext cx="11398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17"/>
          <p:cNvSpPr txBox="1"/>
          <p:nvPr>
            <p:ph idx="11" type="ftr"/>
          </p:nvPr>
        </p:nvSpPr>
        <p:spPr>
          <a:xfrm>
            <a:off x="815975" y="6203950"/>
            <a:ext cx="587375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10" type="dt"/>
          </p:nvPr>
        </p:nvSpPr>
        <p:spPr>
          <a:xfrm>
            <a:off x="6858000" y="6203950"/>
            <a:ext cx="2117725" cy="46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-163512" y="6203950"/>
            <a:ext cx="11398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8"/>
          <p:cNvSpPr txBox="1"/>
          <p:nvPr>
            <p:ph idx="11" type="ftr"/>
          </p:nvPr>
        </p:nvSpPr>
        <p:spPr>
          <a:xfrm>
            <a:off x="815975" y="6203950"/>
            <a:ext cx="587375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6858000" y="6203950"/>
            <a:ext cx="2117725" cy="46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27025" y="327025"/>
            <a:ext cx="8485187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-163512" y="6203950"/>
            <a:ext cx="11398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19"/>
          <p:cNvSpPr txBox="1"/>
          <p:nvPr>
            <p:ph idx="11" type="ftr"/>
          </p:nvPr>
        </p:nvSpPr>
        <p:spPr>
          <a:xfrm>
            <a:off x="815975" y="6203950"/>
            <a:ext cx="587375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0" type="dt"/>
          </p:nvPr>
        </p:nvSpPr>
        <p:spPr>
          <a:xfrm>
            <a:off x="6858000" y="6203950"/>
            <a:ext cx="2117725" cy="46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457921" y="274551"/>
            <a:ext cx="8229600" cy="11423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457920" y="1535946"/>
            <a:ext cx="4039200" cy="6393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0" name="Google Shape;130;p20"/>
          <p:cNvSpPr txBox="1"/>
          <p:nvPr>
            <p:ph idx="2" type="body"/>
          </p:nvPr>
        </p:nvSpPr>
        <p:spPr>
          <a:xfrm>
            <a:off x="457920" y="2175285"/>
            <a:ext cx="4039200" cy="3951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31" name="Google Shape;131;p20"/>
          <p:cNvSpPr txBox="1"/>
          <p:nvPr>
            <p:ph idx="3" type="body"/>
          </p:nvPr>
        </p:nvSpPr>
        <p:spPr>
          <a:xfrm>
            <a:off x="4645441" y="1535946"/>
            <a:ext cx="4042080" cy="6393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20"/>
          <p:cNvSpPr txBox="1"/>
          <p:nvPr>
            <p:ph idx="4" type="body"/>
          </p:nvPr>
        </p:nvSpPr>
        <p:spPr>
          <a:xfrm>
            <a:off x="4645441" y="2175285"/>
            <a:ext cx="4042080" cy="3951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-163512" y="6203950"/>
            <a:ext cx="11398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20"/>
          <p:cNvSpPr txBox="1"/>
          <p:nvPr>
            <p:ph idx="11" type="ftr"/>
          </p:nvPr>
        </p:nvSpPr>
        <p:spPr>
          <a:xfrm>
            <a:off x="815975" y="6203950"/>
            <a:ext cx="587375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0" type="dt"/>
          </p:nvPr>
        </p:nvSpPr>
        <p:spPr>
          <a:xfrm>
            <a:off x="6858000" y="6203950"/>
            <a:ext cx="2117725" cy="46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27025" y="327025"/>
            <a:ext cx="8485187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26881" y="1631943"/>
            <a:ext cx="4092480" cy="4239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9" name="Google Shape;139;p21"/>
          <p:cNvSpPr txBox="1"/>
          <p:nvPr>
            <p:ph idx="2" type="body"/>
          </p:nvPr>
        </p:nvSpPr>
        <p:spPr>
          <a:xfrm>
            <a:off x="4557601" y="1631943"/>
            <a:ext cx="4092480" cy="4239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-163512" y="6203950"/>
            <a:ext cx="11398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1"/>
          <p:cNvSpPr txBox="1"/>
          <p:nvPr>
            <p:ph idx="11" type="ftr"/>
          </p:nvPr>
        </p:nvSpPr>
        <p:spPr>
          <a:xfrm>
            <a:off x="815975" y="6203950"/>
            <a:ext cx="587375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0" type="dt"/>
          </p:nvPr>
        </p:nvSpPr>
        <p:spPr>
          <a:xfrm>
            <a:off x="6858000" y="6203950"/>
            <a:ext cx="2117725" cy="46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2880" y="4406247"/>
            <a:ext cx="7771680" cy="1363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22880" y="2906778"/>
            <a:ext cx="7771680" cy="14994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-163512" y="6203950"/>
            <a:ext cx="11398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22"/>
          <p:cNvSpPr txBox="1"/>
          <p:nvPr>
            <p:ph idx="11" type="ftr"/>
          </p:nvPr>
        </p:nvSpPr>
        <p:spPr>
          <a:xfrm>
            <a:off x="815975" y="6203950"/>
            <a:ext cx="587375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10" type="dt"/>
          </p:nvPr>
        </p:nvSpPr>
        <p:spPr>
          <a:xfrm>
            <a:off x="6858000" y="6203950"/>
            <a:ext cx="2117725" cy="46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27025" y="327025"/>
            <a:ext cx="8485187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327025" y="1631950"/>
            <a:ext cx="8323262" cy="423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-163512" y="6203950"/>
            <a:ext cx="11398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3"/>
          <p:cNvSpPr txBox="1"/>
          <p:nvPr>
            <p:ph idx="11" type="ftr"/>
          </p:nvPr>
        </p:nvSpPr>
        <p:spPr>
          <a:xfrm>
            <a:off x="815975" y="6203950"/>
            <a:ext cx="587375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10" type="dt"/>
          </p:nvPr>
        </p:nvSpPr>
        <p:spPr>
          <a:xfrm>
            <a:off x="6858000" y="6203950"/>
            <a:ext cx="2117725" cy="46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ctrTitle"/>
          </p:nvPr>
        </p:nvSpPr>
        <p:spPr>
          <a:xfrm>
            <a:off x="685440" y="2131126"/>
            <a:ext cx="7773120" cy="146874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" type="subTitle"/>
          </p:nvPr>
        </p:nvSpPr>
        <p:spPr>
          <a:xfrm>
            <a:off x="1372321" y="3885944"/>
            <a:ext cx="6400800" cy="175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700"/>
              <a:buNone/>
              <a:defRPr/>
            </a:lvl2pPr>
            <a:lvl3pPr lvl="2" algn="ctr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2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-163512" y="6203950"/>
            <a:ext cx="11398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24"/>
          <p:cNvSpPr txBox="1"/>
          <p:nvPr>
            <p:ph idx="11" type="ftr"/>
          </p:nvPr>
        </p:nvSpPr>
        <p:spPr>
          <a:xfrm>
            <a:off x="815975" y="6203950"/>
            <a:ext cx="587375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4"/>
          <p:cNvSpPr txBox="1"/>
          <p:nvPr>
            <p:ph idx="10" type="dt"/>
          </p:nvPr>
        </p:nvSpPr>
        <p:spPr>
          <a:xfrm>
            <a:off x="6858000" y="6203950"/>
            <a:ext cx="2117725" cy="46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326880" y="2613029"/>
            <a:ext cx="8323200" cy="8658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6"/>
          <p:cNvSpPr txBox="1"/>
          <p:nvPr>
            <p:ph idx="10" type="dt"/>
          </p:nvPr>
        </p:nvSpPr>
        <p:spPr>
          <a:xfrm>
            <a:off x="6858000" y="6203950"/>
            <a:ext cx="21177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6"/>
          <p:cNvSpPr txBox="1"/>
          <p:nvPr>
            <p:ph idx="11" type="ftr"/>
          </p:nvPr>
        </p:nvSpPr>
        <p:spPr>
          <a:xfrm>
            <a:off x="979487" y="6203950"/>
            <a:ext cx="2933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163512" y="6203950"/>
            <a:ext cx="4841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 rot="5400000">
            <a:off x="5871181" y="3311128"/>
            <a:ext cx="3476998" cy="20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 rot="5400000">
            <a:off x="1640461" y="1299448"/>
            <a:ext cx="3476998" cy="6104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7"/>
          <p:cNvSpPr txBox="1"/>
          <p:nvPr>
            <p:ph idx="10" type="dt"/>
          </p:nvPr>
        </p:nvSpPr>
        <p:spPr>
          <a:xfrm>
            <a:off x="6858000" y="6203950"/>
            <a:ext cx="21177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7"/>
          <p:cNvSpPr txBox="1"/>
          <p:nvPr>
            <p:ph idx="11" type="ftr"/>
          </p:nvPr>
        </p:nvSpPr>
        <p:spPr>
          <a:xfrm>
            <a:off x="979487" y="6203950"/>
            <a:ext cx="2933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163512" y="6203950"/>
            <a:ext cx="4841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327025" y="2613025"/>
            <a:ext cx="8323262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 rot="5400000">
            <a:off x="3428207" y="869156"/>
            <a:ext cx="2281237" cy="815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8"/>
          <p:cNvSpPr txBox="1"/>
          <p:nvPr>
            <p:ph idx="10" type="dt"/>
          </p:nvPr>
        </p:nvSpPr>
        <p:spPr>
          <a:xfrm>
            <a:off x="6858000" y="6203950"/>
            <a:ext cx="21177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8"/>
          <p:cNvSpPr txBox="1"/>
          <p:nvPr>
            <p:ph idx="11" type="ftr"/>
          </p:nvPr>
        </p:nvSpPr>
        <p:spPr>
          <a:xfrm>
            <a:off x="979487" y="6203950"/>
            <a:ext cx="2933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8"/>
          <p:cNvSpPr txBox="1"/>
          <p:nvPr>
            <p:ph idx="12" type="sldNum"/>
          </p:nvPr>
        </p:nvSpPr>
        <p:spPr>
          <a:xfrm>
            <a:off x="163512" y="6203950"/>
            <a:ext cx="4841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1792803" y="4799832"/>
            <a:ext cx="5486400" cy="5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9"/>
          <p:cNvSpPr/>
          <p:nvPr>
            <p:ph idx="2" type="pic"/>
          </p:nvPr>
        </p:nvSpPr>
        <p:spPr>
          <a:xfrm>
            <a:off x="1792803" y="612459"/>
            <a:ext cx="5486400" cy="4114415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1792803" y="5368134"/>
            <a:ext cx="5486400" cy="804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0" name="Google Shape;190;p29"/>
          <p:cNvSpPr txBox="1"/>
          <p:nvPr>
            <p:ph idx="10" type="dt"/>
          </p:nvPr>
        </p:nvSpPr>
        <p:spPr>
          <a:xfrm>
            <a:off x="6858000" y="6203950"/>
            <a:ext cx="21177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9"/>
          <p:cNvSpPr txBox="1"/>
          <p:nvPr>
            <p:ph idx="11" type="ftr"/>
          </p:nvPr>
        </p:nvSpPr>
        <p:spPr>
          <a:xfrm>
            <a:off x="979487" y="6203950"/>
            <a:ext cx="2933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9"/>
          <p:cNvSpPr txBox="1"/>
          <p:nvPr>
            <p:ph idx="12" type="sldNum"/>
          </p:nvPr>
        </p:nvSpPr>
        <p:spPr>
          <a:xfrm>
            <a:off x="163512" y="6203950"/>
            <a:ext cx="4841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457920" y="272630"/>
            <a:ext cx="3008160" cy="1161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575523" y="272630"/>
            <a:ext cx="5112000" cy="5853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96" name="Google Shape;196;p30"/>
          <p:cNvSpPr txBox="1"/>
          <p:nvPr>
            <p:ph idx="2" type="body"/>
          </p:nvPr>
        </p:nvSpPr>
        <p:spPr>
          <a:xfrm>
            <a:off x="457920" y="1434190"/>
            <a:ext cx="3008160" cy="4692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7" name="Google Shape;197;p30"/>
          <p:cNvSpPr txBox="1"/>
          <p:nvPr>
            <p:ph idx="10" type="dt"/>
          </p:nvPr>
        </p:nvSpPr>
        <p:spPr>
          <a:xfrm>
            <a:off x="6858000" y="6203950"/>
            <a:ext cx="21177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0"/>
          <p:cNvSpPr txBox="1"/>
          <p:nvPr>
            <p:ph idx="11" type="ftr"/>
          </p:nvPr>
        </p:nvSpPr>
        <p:spPr>
          <a:xfrm>
            <a:off x="979487" y="6203950"/>
            <a:ext cx="2933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0"/>
          <p:cNvSpPr txBox="1"/>
          <p:nvPr>
            <p:ph idx="12" type="sldNum"/>
          </p:nvPr>
        </p:nvSpPr>
        <p:spPr>
          <a:xfrm>
            <a:off x="163512" y="6203950"/>
            <a:ext cx="4841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idx="10" type="dt"/>
          </p:nvPr>
        </p:nvSpPr>
        <p:spPr>
          <a:xfrm>
            <a:off x="6858000" y="6203950"/>
            <a:ext cx="21177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11" type="ftr"/>
          </p:nvPr>
        </p:nvSpPr>
        <p:spPr>
          <a:xfrm>
            <a:off x="979487" y="6203950"/>
            <a:ext cx="2933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163512" y="6203950"/>
            <a:ext cx="4841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27025" y="2613025"/>
            <a:ext cx="8323262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2"/>
          <p:cNvSpPr txBox="1"/>
          <p:nvPr>
            <p:ph idx="10" type="dt"/>
          </p:nvPr>
        </p:nvSpPr>
        <p:spPr>
          <a:xfrm>
            <a:off x="6858000" y="6203950"/>
            <a:ext cx="21177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2"/>
          <p:cNvSpPr txBox="1"/>
          <p:nvPr>
            <p:ph idx="11" type="ftr"/>
          </p:nvPr>
        </p:nvSpPr>
        <p:spPr>
          <a:xfrm>
            <a:off x="979487" y="6203950"/>
            <a:ext cx="2933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2"/>
          <p:cNvSpPr txBox="1"/>
          <p:nvPr>
            <p:ph idx="12" type="sldNum"/>
          </p:nvPr>
        </p:nvSpPr>
        <p:spPr>
          <a:xfrm>
            <a:off x="163512" y="6203950"/>
            <a:ext cx="4841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457922" y="274551"/>
            <a:ext cx="8229600" cy="11423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457920" y="1535946"/>
            <a:ext cx="4039200" cy="6393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2" name="Google Shape;212;p33"/>
          <p:cNvSpPr txBox="1"/>
          <p:nvPr>
            <p:ph idx="2" type="body"/>
          </p:nvPr>
        </p:nvSpPr>
        <p:spPr>
          <a:xfrm>
            <a:off x="457920" y="2175286"/>
            <a:ext cx="4039200" cy="3951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213" name="Google Shape;213;p33"/>
          <p:cNvSpPr txBox="1"/>
          <p:nvPr>
            <p:ph idx="3" type="body"/>
          </p:nvPr>
        </p:nvSpPr>
        <p:spPr>
          <a:xfrm>
            <a:off x="4645442" y="1535946"/>
            <a:ext cx="4042080" cy="6393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4" name="Google Shape;214;p33"/>
          <p:cNvSpPr txBox="1"/>
          <p:nvPr>
            <p:ph idx="4" type="body"/>
          </p:nvPr>
        </p:nvSpPr>
        <p:spPr>
          <a:xfrm>
            <a:off x="4645442" y="2175286"/>
            <a:ext cx="4042080" cy="3951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215" name="Google Shape;215;p33"/>
          <p:cNvSpPr txBox="1"/>
          <p:nvPr>
            <p:ph idx="10" type="dt"/>
          </p:nvPr>
        </p:nvSpPr>
        <p:spPr>
          <a:xfrm>
            <a:off x="6858000" y="6203950"/>
            <a:ext cx="21177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11" type="ftr"/>
          </p:nvPr>
        </p:nvSpPr>
        <p:spPr>
          <a:xfrm>
            <a:off x="979487" y="6203950"/>
            <a:ext cx="2933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12" type="sldNum"/>
          </p:nvPr>
        </p:nvSpPr>
        <p:spPr>
          <a:xfrm>
            <a:off x="163512" y="6203950"/>
            <a:ext cx="4841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327025" y="2613025"/>
            <a:ext cx="8323262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489600" y="3809147"/>
            <a:ext cx="4010400" cy="228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1" name="Google Shape;221;p34"/>
          <p:cNvSpPr txBox="1"/>
          <p:nvPr>
            <p:ph idx="2" type="body"/>
          </p:nvPr>
        </p:nvSpPr>
        <p:spPr>
          <a:xfrm>
            <a:off x="4638241" y="3809147"/>
            <a:ext cx="4010400" cy="228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2" name="Google Shape;222;p34"/>
          <p:cNvSpPr txBox="1"/>
          <p:nvPr>
            <p:ph idx="10" type="dt"/>
          </p:nvPr>
        </p:nvSpPr>
        <p:spPr>
          <a:xfrm>
            <a:off x="6858000" y="6203950"/>
            <a:ext cx="21177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4"/>
          <p:cNvSpPr txBox="1"/>
          <p:nvPr>
            <p:ph idx="11" type="ftr"/>
          </p:nvPr>
        </p:nvSpPr>
        <p:spPr>
          <a:xfrm>
            <a:off x="979487" y="6203950"/>
            <a:ext cx="2933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12" type="sldNum"/>
          </p:nvPr>
        </p:nvSpPr>
        <p:spPr>
          <a:xfrm>
            <a:off x="163512" y="6203950"/>
            <a:ext cx="4841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722880" y="4406247"/>
            <a:ext cx="7771680" cy="1363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722880" y="2906778"/>
            <a:ext cx="7771680" cy="14994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28" name="Google Shape;228;p35"/>
          <p:cNvSpPr txBox="1"/>
          <p:nvPr>
            <p:ph idx="10" type="dt"/>
          </p:nvPr>
        </p:nvSpPr>
        <p:spPr>
          <a:xfrm>
            <a:off x="6858000" y="6203950"/>
            <a:ext cx="21177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5"/>
          <p:cNvSpPr txBox="1"/>
          <p:nvPr>
            <p:ph idx="11" type="ftr"/>
          </p:nvPr>
        </p:nvSpPr>
        <p:spPr>
          <a:xfrm>
            <a:off x="979487" y="6203950"/>
            <a:ext cx="2933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5"/>
          <p:cNvSpPr txBox="1"/>
          <p:nvPr>
            <p:ph idx="12" type="sldNum"/>
          </p:nvPr>
        </p:nvSpPr>
        <p:spPr>
          <a:xfrm>
            <a:off x="163512" y="6203950"/>
            <a:ext cx="4841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327025" y="2613025"/>
            <a:ext cx="8323262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488950" y="3808412"/>
            <a:ext cx="8159750" cy="2281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6"/>
          <p:cNvSpPr txBox="1"/>
          <p:nvPr>
            <p:ph idx="10" type="dt"/>
          </p:nvPr>
        </p:nvSpPr>
        <p:spPr>
          <a:xfrm>
            <a:off x="6858000" y="6203950"/>
            <a:ext cx="21177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6"/>
          <p:cNvSpPr txBox="1"/>
          <p:nvPr>
            <p:ph idx="11" type="ftr"/>
          </p:nvPr>
        </p:nvSpPr>
        <p:spPr>
          <a:xfrm>
            <a:off x="979487" y="6203950"/>
            <a:ext cx="2933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36"/>
          <p:cNvSpPr txBox="1"/>
          <p:nvPr>
            <p:ph idx="12" type="sldNum"/>
          </p:nvPr>
        </p:nvSpPr>
        <p:spPr>
          <a:xfrm>
            <a:off x="163512" y="6203950"/>
            <a:ext cx="4841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ctrTitle"/>
          </p:nvPr>
        </p:nvSpPr>
        <p:spPr>
          <a:xfrm>
            <a:off x="685440" y="2131128"/>
            <a:ext cx="7773120" cy="146874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7"/>
          <p:cNvSpPr txBox="1"/>
          <p:nvPr>
            <p:ph idx="1" type="subTitle"/>
          </p:nvPr>
        </p:nvSpPr>
        <p:spPr>
          <a:xfrm>
            <a:off x="1372321" y="3885944"/>
            <a:ext cx="6400800" cy="175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SzPts val="1700"/>
              <a:buNone/>
              <a:defRPr/>
            </a:lvl2pPr>
            <a:lvl3pPr lvl="2" algn="ctr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37"/>
          <p:cNvSpPr txBox="1"/>
          <p:nvPr>
            <p:ph idx="10" type="dt"/>
          </p:nvPr>
        </p:nvSpPr>
        <p:spPr>
          <a:xfrm>
            <a:off x="6858000" y="6203950"/>
            <a:ext cx="21177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11" type="ftr"/>
          </p:nvPr>
        </p:nvSpPr>
        <p:spPr>
          <a:xfrm>
            <a:off x="979487" y="6203950"/>
            <a:ext cx="2933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7"/>
          <p:cNvSpPr txBox="1"/>
          <p:nvPr>
            <p:ph idx="12" type="sldNum"/>
          </p:nvPr>
        </p:nvSpPr>
        <p:spPr>
          <a:xfrm>
            <a:off x="163512" y="6203950"/>
            <a:ext cx="4841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  <a:defRPr b="0" i="0" sz="32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–"/>
              <a:defRPr b="0" i="0" sz="28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  <a:defRPr b="0" i="0" sz="24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–"/>
              <a:defRPr b="0" i="0" sz="20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»"/>
              <a:defRPr b="0" i="0" sz="20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228600" lvl="5" marL="2743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228600" lvl="6" marL="3200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228600" lvl="7" marL="3657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228600" lvl="8" marL="4114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/>
        </p:nvSpPr>
        <p:spPr>
          <a:xfrm>
            <a:off x="0" y="217487"/>
            <a:ext cx="8816975" cy="1087437"/>
          </a:xfrm>
          <a:prstGeom prst="rect">
            <a:avLst/>
          </a:prstGeom>
          <a:solidFill>
            <a:srgbClr val="C921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6858000" y="6203950"/>
            <a:ext cx="2284412" cy="488950"/>
          </a:xfrm>
          <a:prstGeom prst="rect">
            <a:avLst/>
          </a:prstGeom>
          <a:solidFill>
            <a:srgbClr val="C921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815975" y="6203950"/>
            <a:ext cx="5878512" cy="488950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163512" y="6203950"/>
            <a:ext cx="488950" cy="488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>
            <p:ph type="title"/>
          </p:nvPr>
        </p:nvSpPr>
        <p:spPr>
          <a:xfrm>
            <a:off x="327025" y="327025"/>
            <a:ext cx="8485187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327025" y="1631950"/>
            <a:ext cx="8323262" cy="423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b="1" i="0" sz="2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–"/>
              <a:defRPr b="0" i="0" sz="17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•"/>
              <a:defRPr b="0" i="0" sz="14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–"/>
              <a:defRPr b="0" i="0" sz="12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b="0" i="0" sz="12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/>
        </p:nvSpPr>
        <p:spPr>
          <a:xfrm>
            <a:off x="163512" y="6203950"/>
            <a:ext cx="488950" cy="488950"/>
          </a:xfrm>
          <a:prstGeom prst="rect">
            <a:avLst/>
          </a:prstGeom>
          <a:solidFill>
            <a:srgbClr val="C921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-163512" y="6203950"/>
            <a:ext cx="11398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  <p:sp>
        <p:nvSpPr>
          <p:cNvPr id="89" name="Google Shape;89;p13"/>
          <p:cNvSpPr txBox="1"/>
          <p:nvPr>
            <p:ph idx="11" type="ftr"/>
          </p:nvPr>
        </p:nvSpPr>
        <p:spPr>
          <a:xfrm>
            <a:off x="815975" y="6203950"/>
            <a:ext cx="587375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10" type="dt"/>
          </p:nvPr>
        </p:nvSpPr>
        <p:spPr>
          <a:xfrm>
            <a:off x="6858000" y="6203950"/>
            <a:ext cx="2117725" cy="468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050087" y="217487"/>
            <a:ext cx="1787525" cy="11239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/>
        </p:nvSpPr>
        <p:spPr>
          <a:xfrm>
            <a:off x="0" y="2393950"/>
            <a:ext cx="8816975" cy="1198562"/>
          </a:xfrm>
          <a:prstGeom prst="rect">
            <a:avLst/>
          </a:prstGeom>
          <a:solidFill>
            <a:srgbClr val="C921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5"/>
          <p:cNvSpPr txBox="1"/>
          <p:nvPr>
            <p:ph type="title"/>
          </p:nvPr>
        </p:nvSpPr>
        <p:spPr>
          <a:xfrm>
            <a:off x="327025" y="2613025"/>
            <a:ext cx="8323262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488950" y="3808412"/>
            <a:ext cx="8159750" cy="2281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b="1" i="0" sz="2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04000"/>
              </a:lnSpc>
              <a:spcBef>
                <a:spcPts val="863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–"/>
              <a:defRPr b="0" i="0" sz="17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4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•"/>
              <a:defRPr b="0" i="0" sz="14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4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–"/>
              <a:defRPr b="0" i="0" sz="12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4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4000"/>
              </a:lnSpc>
              <a:spcBef>
                <a:spcPts val="213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4000"/>
              </a:lnSpc>
              <a:spcBef>
                <a:spcPts val="213"/>
              </a:spcBef>
              <a:spcAft>
                <a:spcPts val="213"/>
              </a:spcAft>
              <a:buSzPts val="1400"/>
              <a:buNone/>
              <a:defRPr b="0" i="0" sz="12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p25"/>
          <p:cNvSpPr txBox="1"/>
          <p:nvPr>
            <p:ph idx="10" type="dt"/>
          </p:nvPr>
        </p:nvSpPr>
        <p:spPr>
          <a:xfrm>
            <a:off x="6858000" y="6203950"/>
            <a:ext cx="21177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25"/>
          <p:cNvSpPr txBox="1"/>
          <p:nvPr>
            <p:ph idx="11" type="ftr"/>
          </p:nvPr>
        </p:nvSpPr>
        <p:spPr>
          <a:xfrm>
            <a:off x="979487" y="6203950"/>
            <a:ext cx="29337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25"/>
          <p:cNvSpPr txBox="1"/>
          <p:nvPr>
            <p:ph idx="12" type="sldNum"/>
          </p:nvPr>
        </p:nvSpPr>
        <p:spPr>
          <a:xfrm>
            <a:off x="163512" y="6203950"/>
            <a:ext cx="4841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Arial"/>
              <a:buNone/>
              <a:defRPr b="1" i="0" sz="2400" u="non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  <p:pic>
        <p:nvPicPr>
          <p:cNvPr id="168" name="Google Shape;168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223125" y="276225"/>
            <a:ext cx="1693862" cy="18081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ctrTitle"/>
          </p:nvPr>
        </p:nvSpPr>
        <p:spPr>
          <a:xfrm>
            <a:off x="571500" y="2214562"/>
            <a:ext cx="7772400" cy="1468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 Work with Docker</a:t>
            </a:r>
            <a:endParaRPr/>
          </a:p>
        </p:txBody>
      </p:sp>
      <p:sp>
        <p:nvSpPr>
          <p:cNvPr id="248" name="Google Shape;248;p3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Practical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152400" y="152400"/>
            <a:ext cx="8839200" cy="847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to Push Docker Image to Docker Hub</a:t>
            </a:r>
            <a:br>
              <a:rPr b="1" i="0" lang="en-US" sz="4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</p:txBody>
      </p:sp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1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push a Docker image to Docker Hub, you can follow these steps: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AutoNum type="arabicPeriod"/>
            </a:pPr>
            <a:r>
              <a:rPr b="1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Create a Docker Hub Account: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1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proceed, visit https://hub.docker.com and register for a Docker Hub account if you don’t already have one.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Creating an account will grant you a username and password that you can use for authentication purposes.</a:t>
            </a:r>
            <a:b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6" name="Google Shape;266;p41"/>
          <p:cNvSpPr txBox="1"/>
          <p:nvPr>
            <p:ph idx="1" type="body"/>
          </p:nvPr>
        </p:nvSpPr>
        <p:spPr>
          <a:xfrm>
            <a:off x="152400" y="838200"/>
            <a:ext cx="88392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2.</a:t>
            </a:r>
            <a:r>
              <a:rPr b="1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Tag the Docker Image: 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Before performing a Docker Push, it’s essential to ensure that your Docker image is properly tagged. You can assign a tag to an existing image using the following command: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b="1" i="0" lang="en-US" sz="1800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 tag &lt;image-id&gt; &lt;docker-hub-username&gt;/&lt;image-name&gt;:&lt;tag&gt;</a:t>
            </a:r>
            <a:endParaRPr b="1" i="0" sz="2800" u="non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Replace `&lt;image-id&gt;` with the ID or name of your local Docker image. `&lt;docker-hub-username&gt;` should be your Docker Hub username, `&lt;image-name&gt;` is the name you want to give to your image, and `&lt;tag&gt;` represents a specific version or label for the image.</a:t>
            </a:r>
            <a:b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2" name="Google Shape;272;p42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Log in to Docker Hub: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Use the following command to log in to your Docker Hub account from the command line: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 </a:t>
            </a:r>
            <a:r>
              <a:rPr b="1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docker login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You will be prompted to enter your Docker Hub username and password.</a:t>
            </a:r>
            <a:b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Push the Docker Image: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Once logged in, push the tagged Docker image to Docker Hub using the command: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omic Sans MS"/>
              <a:buNone/>
            </a:pPr>
            <a:r>
              <a:rPr b="1" i="0" lang="en-US" sz="2000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docker push &lt;docker-hub-username&gt;/&lt;image-name&gt;:&lt;tag&gt;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Replace `&lt;docker-hub-username&gt;`, `&lt;image-name&gt;`, and `&lt;tag&gt;` with the respective values you used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idx="1" type="body"/>
          </p:nvPr>
        </p:nvSpPr>
        <p:spPr>
          <a:xfrm>
            <a:off x="152400" y="838200"/>
            <a:ext cx="8839200" cy="2662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firstly find the images that you want to push in respository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Then use the login command to get login in docker hub as: 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78" name="Google Shape;27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62" y="3643312"/>
            <a:ext cx="771525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3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5" name="Google Shape;285;p44"/>
          <p:cNvSpPr txBox="1"/>
          <p:nvPr>
            <p:ph idx="1" type="body"/>
          </p:nvPr>
        </p:nvSpPr>
        <p:spPr>
          <a:xfrm>
            <a:off x="152400" y="838200"/>
            <a:ext cx="8839200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Then use tag command to give tag name to image 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 tag &lt;image name&gt; &lt;tag name&gt;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86" name="Google Shape;28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2" y="3571875"/>
            <a:ext cx="8929687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92" name="Google Shape;292;p45"/>
          <p:cNvSpPr txBox="1"/>
          <p:nvPr>
            <p:ph idx="1" type="body"/>
          </p:nvPr>
        </p:nvSpPr>
        <p:spPr>
          <a:xfrm>
            <a:off x="152400" y="838200"/>
            <a:ext cx="8839200" cy="194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use push command 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 push </a:t>
            </a:r>
            <a:endParaRPr/>
          </a:p>
        </p:txBody>
      </p:sp>
      <p:pic>
        <p:nvPicPr>
          <p:cNvPr id="293" name="Google Shape;29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28937"/>
            <a:ext cx="9153525" cy="2928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6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br>
              <a:rPr b="1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Ex#2(Practice Question):</a:t>
            </a:r>
            <a:br>
              <a:rPr b="1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</p:txBody>
      </p:sp>
      <p:sp>
        <p:nvSpPr>
          <p:cNvPr id="299" name="Google Shape;299;p46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Comic Sans MS"/>
              <a:buNone/>
            </a:pPr>
            <a:r>
              <a:rPr b="1" i="0" lang="en-US" sz="4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1.Update the ubuntu container, install apache and php, then push updated on to docker hub.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Comic Sans MS"/>
              <a:buNone/>
            </a:pPr>
            <a:r>
              <a:rPr b="1" i="0" lang="en-US" sz="4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Compare the size of base image and updated image after commit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7"/>
          <p:cNvSpPr txBox="1"/>
          <p:nvPr>
            <p:ph type="title"/>
          </p:nvPr>
        </p:nvSpPr>
        <p:spPr>
          <a:xfrm>
            <a:off x="152400" y="152400"/>
            <a:ext cx="88392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mic Sans MS"/>
              <a:buNone/>
            </a:pPr>
            <a:br>
              <a:rPr b="1" i="0" lang="en-US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</p:txBody>
      </p:sp>
      <p:sp>
        <p:nvSpPr>
          <p:cNvPr id="305" name="Google Shape;305;p47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docker run –d –it –name a1 ubuntu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docker exec –it a1 bash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#: apk update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# apk add apache2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apk add php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exit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docker commit a1 harpreet81/ub-a:v1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5. docker login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6. docker push harpreet81/alpine-a:v1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1" name="Google Shape;311;p48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 Build your own image from base image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Let's learn the concept of DOCKERFILE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9"/>
          <p:cNvSpPr txBox="1"/>
          <p:nvPr>
            <p:ph type="title"/>
          </p:nvPr>
        </p:nvSpPr>
        <p:spPr>
          <a:xfrm>
            <a:off x="0" y="115887"/>
            <a:ext cx="72278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mic Sans MS"/>
              <a:buNone/>
            </a:pPr>
            <a:r>
              <a:rPr b="1" i="0" lang="en-US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Create Docker Image by Docker file</a:t>
            </a:r>
            <a:endParaRPr/>
          </a:p>
        </p:txBody>
      </p:sp>
      <p:sp>
        <p:nvSpPr>
          <p:cNvPr id="317" name="Google Shape;317;p49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Dockerfile: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Dockerfile is a simple text file that consists of instructions to build Docker images.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Mentioned below is the syntax of a Dockerfile: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None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Syntax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</a:pPr>
            <a:r>
              <a:rPr b="0" i="1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comments</a:t>
            </a:r>
            <a:endParaRPr b="0" i="0" sz="28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</a:pPr>
            <a:r>
              <a:rPr b="0" i="1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command argument argument1...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</a:pPr>
            <a:r>
              <a:rPr b="0" i="1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Print "Get Certified. Get Ahead"</a:t>
            </a:r>
            <a:endParaRPr b="0" i="0" sz="28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</a:pPr>
            <a:r>
              <a:rPr b="0" i="1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Run echo "Get Certified. Get Ahead"</a:t>
            </a:r>
            <a:endParaRPr b="0" i="0" sz="28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0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mic Sans MS"/>
              <a:buNone/>
            </a:pPr>
            <a:br>
              <a:rPr b="0" i="0" lang="en-US" sz="32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0" i="0" lang="en-US" sz="32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specific commands you can use in a dockerfile are</a:t>
            </a:r>
            <a:endParaRPr/>
          </a:p>
        </p:txBody>
      </p:sp>
      <p:sp>
        <p:nvSpPr>
          <p:cNvPr id="323" name="Google Shape;323;p50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FROM, PULL, RUN, and CMD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- Creates a layer from the ubuntu:18.04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PULL - Adds files from your Docker repository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RUN - Builds your container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CMD - Specifies what command to run within the container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1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9" name="Google Shape;329;p51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ENTRYPOINT allows specifying a command along with the parameters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 command helps in copying data into a Docker image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1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 /[source]/[destination]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1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ENV provides default values for variables that can be accessed within the container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1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ENV</a:t>
            </a: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b="0" i="1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key value</a:t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2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Ex#1 : Create Ubuntu docker file</a:t>
            </a:r>
            <a:b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</p:txBody>
      </p:sp>
      <p:sp>
        <p:nvSpPr>
          <p:cNvPr id="335" name="Google Shape;335;p52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Base Image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ubuntu:latest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Maintainer (optional 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LABEL maintainer="Student Demo"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Install package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RUN apt update &amp;&amp; apt install -y php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Default command when container runs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CMD ["echo", "Hello Students"]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3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Ex#2: Create Java Docker file</a:t>
            </a:r>
            <a:endParaRPr/>
          </a:p>
        </p:txBody>
      </p:sp>
      <p:sp>
        <p:nvSpPr>
          <p:cNvPr id="341" name="Google Shape;341;p53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AutoNum type="arabicPeriod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$ mkdir  java-docker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Create a Java File</a:t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 create a Java file. Save this file as </a:t>
            </a:r>
            <a:r>
              <a:rPr b="1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Hello.java</a:t>
            </a: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 file.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1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// Hello.java</a:t>
            </a:r>
            <a:endParaRPr b="0" i="0" sz="24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1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</a:t>
            </a: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 Hello{  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1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public</a:t>
            </a: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b="1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static</a:t>
            </a: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b="1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void</a:t>
            </a: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 main(String[] args){  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System.out.println("This is java app \n by using Docker");  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}  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}  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Save it inside the directory </a:t>
            </a: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java-docker as hello.java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4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7" name="Google Shape;347;p54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</a:t>
            </a: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Create a Dockerfile</a:t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 java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COPY . /var/www/java 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WORKDIR /var/www/java 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RUN javac Hello.java 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CMD ["java", "Hello"] 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</a:t>
            </a: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Build Docker Image</a:t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After creating Dockerfile, we are changing working directory.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$ cd   java-docker-app</a:t>
            </a: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5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3" name="Google Shape;353;p55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5. $ docker build -t java-app .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6. $ docker run java-app  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6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9" name="Google Shape;359;p56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 java:8 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COPY . /var/www/java 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WORKDIR /var/www/java 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RUN javac Hello.java 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CMD ["java", "Hello"]  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7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Few more commands in dockerfile:</a:t>
            </a:r>
            <a:endParaRPr/>
          </a:p>
        </p:txBody>
      </p:sp>
      <p:sp>
        <p:nvSpPr>
          <p:cNvPr id="365" name="Google Shape;365;p57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WORKDIR Command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Sets the </a:t>
            </a: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default directory inside container</a:t>
            </a:r>
            <a:b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directory does NOT exist → Docker creates it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All next commands execute inside this folder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8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1" name="Google Shape;371;p58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COPY Command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Copies files/folders from </a:t>
            </a: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host → container</a:t>
            </a:r>
            <a:b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Simple file transfer</a:t>
            </a:r>
            <a:b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No extra processing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9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7" name="Google Shape;377;p59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 Command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Copies files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Auto extracts archives (.tar.gz)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Downloads files from URLs</a:t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3" name="Google Shape;383;p60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RUN Command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Executes commands </a:t>
            </a: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during image build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Creates new Docker layer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Used for installations &amp; setup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1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389" name="Google Shape;389;p61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❖"/>
            </a:pP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WORKDIR</a:t>
            </a: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→ “Where work happens”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❖"/>
            </a:pP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COPY</a:t>
            </a: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→ “Move files”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❖"/>
            </a:pP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</a:t>
            </a: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→ “Move files + magic”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❖"/>
            </a:pP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RUN</a:t>
            </a: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→ “Execute commands while building 	image”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mic Sans MS"/>
              <a:buNone/>
            </a:pPr>
            <a:r>
              <a:rPr b="1" i="0" lang="en-US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 file#3 for Python application</a:t>
            </a:r>
            <a:endParaRPr/>
          </a:p>
        </p:txBody>
      </p:sp>
      <p:sp>
        <p:nvSpPr>
          <p:cNvPr id="395" name="Google Shape;395;p62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1. Base image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python:3.11-slim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2. Set working directory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WORKDIR /app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3. Copy dependency file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COPY requirements.txt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.# 4. Install dependenciesR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UN pip install --no-cache-dir -r requirements.txt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5. Copy application code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COPY . 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6. Expose port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EXPOSE 5000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# 7. Run the app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mic Sans M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CMD ["python", "app.py"]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3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App.py </a:t>
            </a:r>
            <a:endParaRPr/>
          </a:p>
        </p:txBody>
      </p:sp>
      <p:sp>
        <p:nvSpPr>
          <p:cNvPr id="401" name="Google Shape;401;p63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flask import Flask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 = Flask(_name_)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@app.route("/")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 home():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return "Hello from Docker!”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app.run(host="0.0.0.0", port=5000)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4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7" name="Google Shape;407;p64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5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3" name="Google Shape;413;p65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200"/>
              <a:buFont typeface="Comic Sans MS"/>
              <a:buNone/>
            </a:pPr>
            <a:r>
              <a:rPr b="0" i="0" lang="en-US" sz="72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Types of Storage 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FF0000"/>
              </a:buClr>
              <a:buSzPts val="7200"/>
              <a:buFont typeface="Comic Sans MS"/>
              <a:buNone/>
            </a:pPr>
            <a:r>
              <a:rPr b="0" i="0" lang="en-US" sz="72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FF0000"/>
              </a:buClr>
              <a:buSzPts val="7200"/>
              <a:buFont typeface="Comic Sans MS"/>
              <a:buNone/>
            </a:pPr>
            <a:r>
              <a:rPr b="0" i="0" lang="en-US" sz="72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6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19" name="Google Shape;419;p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8687"/>
            <a:ext cx="8715375" cy="5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7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5" name="Google Shape;425;p67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Docker storage distinguishes </a:t>
            </a:r>
            <a:r>
              <a:rPr b="1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three storage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types.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Two types are permanent: </a:t>
            </a:r>
            <a:r>
              <a:rPr b="1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 volumes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and </a:t>
            </a:r>
            <a:r>
              <a:rPr b="1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bind Mounts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and the third way of writing data is </a:t>
            </a:r>
            <a:r>
              <a:rPr b="1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tmpfs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From the container perspective, it </a:t>
            </a:r>
            <a:r>
              <a:rPr b="1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doesn’t know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what sort of storage is in use.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8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31" name="Google Shape;431;p68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difference between these is, </a:t>
            </a:r>
            <a:r>
              <a:rPr b="1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volumes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have a dedicated filesystem on the host (/var/lib/ docker/volumes) and are directly controlled through the Docker CLI.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On the other hand,</a:t>
            </a:r>
            <a:r>
              <a:rPr b="1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bind mounts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use any available host filesystem.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Whereas </a:t>
            </a:r>
            <a:r>
              <a:rPr b="1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tmfs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uses the host memory.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9"/>
          <p:cNvSpPr txBox="1"/>
          <p:nvPr>
            <p:ph type="title"/>
          </p:nvPr>
        </p:nvSpPr>
        <p:spPr>
          <a:xfrm>
            <a:off x="304800" y="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omic Sans MS"/>
              <a:buNone/>
            </a:pPr>
            <a:r>
              <a:rPr b="1" i="0" lang="en-US" sz="40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 Volume</a:t>
            </a:r>
            <a:br>
              <a:rPr b="1" i="0" lang="en-US" sz="4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</p:txBody>
      </p:sp>
      <p:sp>
        <p:nvSpPr>
          <p:cNvPr id="437" name="Google Shape;437;p69"/>
          <p:cNvSpPr txBox="1"/>
          <p:nvPr>
            <p:ph idx="1" type="body"/>
          </p:nvPr>
        </p:nvSpPr>
        <p:spPr>
          <a:xfrm>
            <a:off x="152400" y="838200"/>
            <a:ext cx="8839200" cy="580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 volume is the most commonly used technology for the </a:t>
            </a:r>
            <a:r>
              <a:rPr b="1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permanent storage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of container data. 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 volume is managed by Docker itself and has a dedicated filesystem on the host, doesn’t depend upon the filesystem structure on the host. 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 volumes are explicitly managed via the Docker command line and can be created alone or during container initialization. T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he command used is 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omic Sans MS"/>
              <a:buNone/>
            </a:pPr>
            <a:r>
              <a:rPr b="1" i="0" lang="en-US" sz="24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docker volume create.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None/>
            </a:pPr>
            <a:r>
              <a:t/>
            </a:r>
            <a:endParaRPr b="1" i="0" sz="2400" u="none">
              <a:solidFill>
                <a:srgbClr val="C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0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43" name="Google Shape;443;p70"/>
          <p:cNvSpPr txBox="1"/>
          <p:nvPr>
            <p:ph idx="1" type="body"/>
          </p:nvPr>
        </p:nvSpPr>
        <p:spPr>
          <a:xfrm>
            <a:off x="152400" y="838200"/>
            <a:ext cx="8839200" cy="442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stopping or deleting a container, Docker volume remains permanently stored.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 volumes are often manually deleted with the docker volume prune command. 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Multiple containers can be connected to the same Docker volume.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1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Commands used for the Volumes </a:t>
            </a:r>
            <a:endParaRPr/>
          </a:p>
        </p:txBody>
      </p:sp>
      <p:sp>
        <p:nvSpPr>
          <p:cNvPr id="449" name="Google Shape;449;p71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1. docker volume create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Used to Create a volume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docker volume inspect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Display detailed information on one or more volumes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docker volume 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 volumes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2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55" name="Google Shape;455;p72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4.docker volume prune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 all unused local volumes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5. docker volume rm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 one or more volumes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3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Some use cases for volumes include:</a:t>
            </a:r>
            <a:b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</p:txBody>
      </p:sp>
      <p:sp>
        <p:nvSpPr>
          <p:cNvPr id="461" name="Google Shape;461;p73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Sharing data among multiple running containers.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Volume is helpful if the Docker host is not guaranteed to have a given directory or file structure.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you want to store your container’s data on a remote host or a cloud provider instead of storing locally.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Volumes are helpful if you need to back up, restore, or migrate data from one Docker host to another, volumes are a better choice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mic Sans M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4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omic Sans MS"/>
              <a:buNone/>
            </a:pPr>
            <a:r>
              <a:rPr b="1" i="0" lang="en-US" sz="40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 Bind Mount</a:t>
            </a:r>
            <a:br>
              <a:rPr b="1" i="0" lang="en-US" sz="36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</p:txBody>
      </p:sp>
      <p:sp>
        <p:nvSpPr>
          <p:cNvPr id="467" name="Google Shape;467;p74"/>
          <p:cNvSpPr txBox="1"/>
          <p:nvPr>
            <p:ph idx="1" type="body"/>
          </p:nvPr>
        </p:nvSpPr>
        <p:spPr>
          <a:xfrm>
            <a:off x="152400" y="838200"/>
            <a:ext cx="88392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 bind mount is the second </a:t>
            </a:r>
            <a:r>
              <a:rPr b="1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permanent storage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option but with more limited options than Docker volume. 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can’t be managed via Docker CLI and is totally dependent on the availability of the filesystem of the host. 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host filesystem can be created when running a container. Bind mounts are a sort of </a:t>
            </a:r>
            <a:r>
              <a:rPr b="1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superset of Volumes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(</a:t>
            </a:r>
            <a:r>
              <a:rPr b="1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named or unnamed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5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omic Sans MS"/>
              <a:buNone/>
            </a:pPr>
            <a:r>
              <a:rPr b="1" i="0" lang="en-US" sz="40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tmpfs Mounts</a:t>
            </a:r>
            <a:r>
              <a:rPr b="1" i="0" lang="en-US" sz="40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endParaRPr/>
          </a:p>
        </p:txBody>
      </p:sp>
      <p:sp>
        <p:nvSpPr>
          <p:cNvPr id="473" name="Google Shape;473;p75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1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tmpfs is a third storage option that is </a:t>
            </a:r>
            <a:r>
              <a:rPr b="1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 permanent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like Docker volume or bind mount.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The data is written directly on to the host’s memory and deleted when the container is stopped.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Very useful when it involves </a:t>
            </a:r>
            <a:r>
              <a:rPr b="1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sensitive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data that you simply don’t want to be permanent.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6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79" name="Google Shape;479;p76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A really significant difference is that containers can’t share tmpfs space unless they’re running on Linux OS.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Two flags are used when creating tmpfs volume: tmpfs and mount.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1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1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Mount flag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is newer and supports multiple options during containe startup.  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7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5" name="Google Shape;485;p77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Temporary filesystems are written to RAM (or to your swap file if RAM is filling up)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and not to the host or the container’s own filesystem layer at Docker.com: Docker tmpfs.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8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91" name="Google Shape;491;p7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2" y="1571625"/>
            <a:ext cx="8929687" cy="3214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9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97" name="Google Shape;497;p7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14437"/>
            <a:ext cx="883920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80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Ex#2: </a:t>
            </a:r>
            <a:endParaRPr/>
          </a:p>
        </p:txBody>
      </p:sp>
      <p:pic>
        <p:nvPicPr>
          <p:cNvPr id="503" name="Google Shape;503;p8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2" y="1071562"/>
            <a:ext cx="8072437" cy="1071562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80"/>
          <p:cNvSpPr txBox="1"/>
          <p:nvPr/>
        </p:nvSpPr>
        <p:spPr>
          <a:xfrm>
            <a:off x="428625" y="3000375"/>
            <a:ext cx="807243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manage volumes through the docker cli directly (unlike bind mounts)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81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10" name="Google Shape;510;p8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43000"/>
            <a:ext cx="8839200" cy="4929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2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Practice question</a:t>
            </a:r>
            <a:endParaRPr/>
          </a:p>
        </p:txBody>
      </p:sp>
      <p:sp>
        <p:nvSpPr>
          <p:cNvPr id="516" name="Google Shape;516;p82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1.Create the data in Ubuntu Image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Create the container with volume with name ubv1 and give path also where data will be stored.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Inspect the container running on ubuntu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Inspect the volume and path where data is stored.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5. Create one file inside the container in path specified with volume.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6. Delete the container.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3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22" name="Google Shape;522;p83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7. Run one more container of ubuntu and check the data of previous container’s volume.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8. If available ok , otherwise restore the data of first container volume.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4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Practice questions</a:t>
            </a:r>
            <a:endParaRPr/>
          </a:p>
        </p:txBody>
      </p:sp>
      <p:sp>
        <p:nvSpPr>
          <p:cNvPr id="528" name="Google Shape;528;p84"/>
          <p:cNvSpPr txBox="1"/>
          <p:nvPr>
            <p:ph idx="1" type="body"/>
          </p:nvPr>
        </p:nvSpPr>
        <p:spPr>
          <a:xfrm>
            <a:off x="152400" y="857250"/>
            <a:ext cx="8839200" cy="635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AutoNum type="arabicPeriod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the files can be shared among 2 different containers?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2.How the connectivity of 2 containers can be checked?</a:t>
            </a:r>
            <a:endParaRPr b="1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How do you Filter the images by reference, where the tag is "latest.“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How would you set the environment variables for the database connection details and application mode with help of run command?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5. 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5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4" name="Google Shape;534;p85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6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40" name="Google Shape;540;p86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sz="3200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87"/>
          <p:cNvSpPr txBox="1"/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EX#3</a:t>
            </a:r>
            <a:endParaRPr/>
          </a:p>
        </p:txBody>
      </p:sp>
      <p:sp>
        <p:nvSpPr>
          <p:cNvPr id="546" name="Google Shape;546;p87"/>
          <p:cNvSpPr txBox="1"/>
          <p:nvPr>
            <p:ph idx="1" type="body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echo "&lt;h1&gt;message from Host&lt;/h1&gt;" &gt; ./target/index.html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docker run -it --rm --name nginx -p 8080:80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-v "$(pwd)"/target:/usr/share/nginx/html nginx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pu updated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PU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